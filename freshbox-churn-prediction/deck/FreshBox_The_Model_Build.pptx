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slide. To be populated with actual analysis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slide. Show which features were built, why, and initial correlation with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results slide. Include AUC-ROC curves, confusion matrices, SHAP summary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Segmentation slide. Show distribution across risk tiers and example customer journeys.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Intervention playbook slide. Map each primary churn driver to a specific retention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impact slide. Calculate incremental revenue from retention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</a:t>
            </a:r>
            <a:pPr algn="l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data request to prototype delivery. A walkthrough of the analysis,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build and commercial output for FreshBox.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Data Request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4048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0241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customers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Representative sample for prototype; scales to full 80k base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10712" y="960120"/>
            <a:ext cx="24048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0241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Period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Mar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160020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 months of transactional and behavioural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960120"/>
            <a:ext cx="24048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10241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requested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7064" y="160020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dim_customer, dim_subscription, fact_activity, fact_invoice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dim_customer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87168"/>
          <a:ext cx="3703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31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customer_id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Unique customer identifier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sign_up_date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Date of first subscription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acquisition_channel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How acquired (social, referral, paid)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initial_discount_tier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Introductory offer level (50%, 60%)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age_band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Age group (25-34, 35-44)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household_size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Number of people in household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region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UK region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churned / churn_date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Binary flag + cancellation date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tenure_weeks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Weeks between sign-up and churn/today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709160" y="22860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dim_subscription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487168"/>
          <a:ext cx="3703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31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customer_id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Foreign key to dim_customer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plan_type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Classic, Family or Veggie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meals_per_week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Number of meals in weekly box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price_tier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Standard, Premium or Budget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dietary_preference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None, pescetarian, vegan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709160" y="35661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fact_activity</a:t>
            </a:r>
            <a:endParaRPr lang="en-US" sz="11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67328"/>
          <a:ext cx="3703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31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customer_id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Foreign key to dim_customer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total_skips / total_pauses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Weeks skipped / pauses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avg_recipe_rating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Mean recipe rating (1-5)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menu_customisations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Times menu was customised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support_tickets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support tickets raised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delivery_complaints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delivery-related complaints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731520" y="429768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fact_invoice</a:t>
            </a:r>
            <a:endParaRPr lang="en-US" sz="1100" dirty="0"/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98848"/>
          <a:ext cx="3703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31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invoice_no / customer_id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Invoice ID + foreign key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invoice_date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Date of charge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order_value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order amount (GBP)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discount_applied / pct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Promo flag + discount %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 from the FreshBox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rate by plan type • Acquisition channel breakdown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Tenure distribution • Behavioural patterns • Discount dependency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 signals and their hypothesised relationship to churn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acceleration • Engagement decay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 dependency ratio • Complaint recency • RFM segmentation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comparison: Logistic Regression vs. XGBoost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AUC-ROC • Precision-Recall • Feature importance ranking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Logistic regression baseline vs. XGBoost performance model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base scored and segmented into risk tiers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risk • Medium risk • Low 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across tiers • Tier profiles • Example customer journeys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Playbook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driver → retention action mapping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frequency → Menu personalisation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 dependency → Graduated pricing pathway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complaints → Operational escalation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 engagement → Proactive outreach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Quantified value of the churn prediction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Retention improvement → Incremental revenue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 calculation • Payback period • Annual value at scale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Ready to discuss </a:t>
            </a:r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FreshBox: The Model Build</dc:title>
  <dc:subject>PptxGenJS Presentation</dc:subject>
  <dc:creator>Alex Olsen</dc:creator>
  <cp:lastModifiedBy>Alex Olsen</cp:lastModifiedBy>
  <cp:revision>1</cp:revision>
  <dcterms:created xsi:type="dcterms:W3CDTF">2026-04-26T10:55:41Z</dcterms:created>
  <dcterms:modified xsi:type="dcterms:W3CDTF">2026-04-26T10:55:41Z</dcterms:modified>
</cp:coreProperties>
</file>