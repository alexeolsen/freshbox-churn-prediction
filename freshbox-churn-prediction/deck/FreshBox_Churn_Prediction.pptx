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FreshBox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Machine Learning Model for Customer Retention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764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Current State: 67.4% of customers churn within 6 months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Impact: Major revenue loss from preventable churn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Opportunity: Proactive retention targeting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Goal: Build predictive model to identify at-risk customers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Target: Enable retention team to act on top 5,000 at-risk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764"/>
                </a:solidFill>
              </a:defRPr>
            </a:pPr>
            <a:r>
              <a:t>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Dataset: 1,500 customers with 49 features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Features: Tenure, engagement, momentum, economic signals, friction, demographics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Approach: Build 3 models (heuristic baseline, logistic, XGBoost)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Validation: Stratified 80/20 train/test split with data leakage prevention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Key Metric: Balance precision (budget efficiency) and recall (prevent churn)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764"/>
                </a:solidFill>
              </a:defRPr>
            </a:pPr>
            <a:r>
              <a:t>Model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8001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937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1937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AUC-PR</a:t>
                      </a:r>
                    </a:p>
                  </a:txBody>
                  <a:tcPr>
                    <a:solidFill>
                      <a:srgbClr val="1937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937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937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F1 Score</a:t>
                      </a:r>
                    </a:p>
                  </a:txBody>
                  <a:tcPr>
                    <a:solidFill>
                      <a:srgbClr val="19376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Heuristic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0.764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>
                    <a:solidFill>
                      <a:srgbClr val="C8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0.999</a:t>
                      </a:r>
                    </a:p>
                  </a:txBody>
                  <a:tcPr>
                    <a:solidFill>
                      <a:srgbClr val="C8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>
                    <a:solidFill>
                      <a:srgbClr val="C8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99.5%</a:t>
                      </a:r>
                    </a:p>
                  </a:txBody>
                  <a:tcPr>
                    <a:solidFill>
                      <a:srgbClr val="C8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99.0%</a:t>
                      </a:r>
                    </a:p>
                  </a:txBody>
                  <a:tcPr>
                    <a:solidFill>
                      <a:srgbClr val="C8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0.993</a:t>
                      </a:r>
                    </a:p>
                  </a:txBody>
                  <a:tcPr>
                    <a:solidFill>
                      <a:srgbClr val="C8E6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764"/>
                </a:solidFill>
              </a:defRPr>
            </a:pPr>
            <a:r>
              <a:t>Baseline: Heuristic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Simple 3-signal rule: Low rating OR declining frequency OR complaints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Performance: F1 0.764, Precision 80.3%, Recall 72.8%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Problem: Misses 55 churners (27.2% false negatives)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Cost: Retention team wastes effort on 36 false positives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Verdict: ML models can significantly improve upon this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764"/>
                </a:solidFill>
              </a:defRPr>
            </a:pPr>
            <a:r>
              <a:t>Model 1: 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Interpretable linear model: Understand each feature's impact on churn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Top 5 Protective Factors: total_orders, order_completion_rate, recipes_rated, frequency_trend, late_order_freq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Top 2 Risk Factors: support_tickets, skips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Performance: F1 0.993, AUC-ROC 0.999, Precision 99.5%, Recall 99.0%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Advantage: Catches 200/202 churners with only 1 false positive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764"/>
                </a:solidFill>
              </a:defRPr>
            </a:pPr>
            <a:r>
              <a:t>Model 2: XGBoost (Non-Linear)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Advanced gradient boosting: Captures non-linear relationships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Top Feature: late_order_freq (0.59 importance) - recent momentum is critical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SHAP Explanations: Understand individual prediction drivers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Performance: F1 0.990, AUC-ROC 0.999, Precision 98.1%, Recall 100.0%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Advantage: Perfect recall - catches ALL 202 churners (0 false negatives)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764"/>
                </a:solidFill>
              </a:defRPr>
            </a:pPr>
            <a:r>
              <a:t>Deployment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3764"/>
                </a:solidFill>
              </a:defRPr>
            </a:pPr>
            <a:r>
              <a:t>PHASE 1: Logistic Regression</a:t>
            </a:r>
          </a:p>
          <a:p>
            <a:pPr lvl="1">
              <a:spcBef>
                <a:spcPts val="600"/>
              </a:spcBef>
              <a:defRPr sz="1400"/>
            </a:pPr>
            <a:r>
              <a:t>Launch immediately</a:t>
            </a:r>
          </a:p>
          <a:p>
            <a:pPr lvl="1">
              <a:spcBef>
                <a:spcPts val="600"/>
              </a:spcBef>
              <a:defRPr sz="1400"/>
            </a:pPr>
            <a:r>
              <a:t>F1: 0.993 (excellent)</a:t>
            </a:r>
          </a:p>
          <a:p>
            <a:pPr lvl="1">
              <a:spcBef>
                <a:spcPts val="600"/>
              </a:spcBef>
              <a:defRPr sz="1400"/>
            </a:pPr>
            <a:r>
              <a:t>99.5% precision</a:t>
            </a:r>
          </a:p>
          <a:p>
            <a:pPr lvl="1">
              <a:spcBef>
                <a:spcPts val="600"/>
              </a:spcBef>
              <a:defRPr sz="1400"/>
            </a:pPr>
            <a:r>
              <a:t>Fast (&lt;1ms inference)</a:t>
            </a:r>
          </a:p>
          <a:p>
            <a:pPr lvl="1">
              <a:spcBef>
                <a:spcPts val="600"/>
              </a:spcBef>
              <a:defRPr sz="1400"/>
            </a:pPr>
            <a:r>
              <a:t>Interpretable</a:t>
            </a:r>
          </a:p>
          <a:p>
            <a:pPr lvl="1">
              <a:spcBef>
                <a:spcPts val="600"/>
              </a:spcBef>
              <a:defRPr sz="1400"/>
            </a:pPr>
            <a:r>
              <a:t>GBP 300-450K year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3764"/>
                </a:solidFill>
              </a:defRPr>
            </a:pPr>
            <a:r>
              <a:t>PHASE 2: XGBoost (Optional)</a:t>
            </a:r>
          </a:p>
          <a:p>
            <a:pPr lvl="1">
              <a:spcBef>
                <a:spcPts val="600"/>
              </a:spcBef>
              <a:defRPr sz="1400"/>
            </a:pPr>
            <a:r>
              <a:t>Upgrade after Phase 1 validation</a:t>
            </a:r>
          </a:p>
          <a:p>
            <a:pPr lvl="1">
              <a:spcBef>
                <a:spcPts val="600"/>
              </a:spcBef>
              <a:defRPr sz="1400"/>
            </a:pPr>
            <a:r>
              <a:t>100% recall (no false negatives)</a:t>
            </a:r>
          </a:p>
          <a:p>
            <a:pPr lvl="1">
              <a:spcBef>
                <a:spcPts val="600"/>
              </a:spcBef>
              <a:defRPr sz="1400"/>
            </a:pPr>
            <a:r>
              <a:t>SHAP explanations</a:t>
            </a:r>
          </a:p>
          <a:p>
            <a:pPr lvl="1">
              <a:spcBef>
                <a:spcPts val="600"/>
              </a:spcBef>
              <a:defRPr sz="1400"/>
            </a:pPr>
            <a:r>
              <a:t>A/B test for 3 months</a:t>
            </a:r>
          </a:p>
          <a:p>
            <a:pPr lvl="1">
              <a:spcBef>
                <a:spcPts val="600"/>
              </a:spcBef>
              <a:defRPr sz="1400"/>
            </a:pPr>
            <a:r>
              <a:t>Upgrade if 5% uplift confirmed</a:t>
            </a:r>
          </a:p>
          <a:p>
            <a:pPr lvl="1">
              <a:spcBef>
                <a:spcPts val="600"/>
              </a:spcBef>
              <a:defRPr sz="1400"/>
            </a:pPr>
            <a:r>
              <a:t>Additional GBP 3-5K saving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764"/>
                </a:solidFill>
              </a:defRPr>
            </a:pPr>
            <a:r>
              <a:t>Expected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Year 1 Revenue Protection: GBP 300-450K from churn prevention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Phase 1 (Logistic): Identify ~1,484 likely churners from 5,000 flagged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Retention Focus: Target declining frequency customers early (strongest signal)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Phase 2 Upside: Additional GBP 3-5K if XGBoost upgrade justified by A/B testing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Implementation: Batch scoring of 80,000 customers weekly via existing analytics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764"/>
                </a:solidFill>
              </a:defRPr>
            </a:pPr>
            <a:r>
              <a:t>Implementation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Week 1-2: Deploy logistic regression scoring in production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Week 3-4: Train retention team on top features and targeting strategies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Month 1-3: Monitor AUC-ROC, precision, and churn rate impact weekly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Month 2-3: A/B test XGBoost vs Logistic in parallel (if retention team capacity allows)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Month 4: Review results and decide on Phase 2 (XGBoost) upgrade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